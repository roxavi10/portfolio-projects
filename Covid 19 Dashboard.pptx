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ovid19Dashboard_1724118195116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70E7279-7D44-4FEA-B7E5-0DEF6A136F4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19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F711ED1-53C1-499F-9271-15980FD40F8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1/27/2025 1:30:23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F7D7DB5E-C30B-409C-8ECD-F7E3208FB8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7446"/>
            <a:ext cx="12192000" cy="52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2025-01-27T01:30:25Z</dcterms:created>
  <dcterms:modified xsi:type="dcterms:W3CDTF">2025-01-27T01:30:25Z</dcterms:modified>
</cp:coreProperties>
</file>